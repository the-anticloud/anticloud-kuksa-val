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2026-10-02T09:29:22.369821Z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7045bea3a428a0d1b1d02d8778726aa591c0fa743a571792ae89d0491132f015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2026-10-02T09:29:22.369821Z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